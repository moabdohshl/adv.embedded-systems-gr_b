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-388" y="-2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81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1.xml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tags" Target="../tags/tag2.xml"/><Relationship Id="rId5" Type="http://schemas.openxmlformats.org/officeDocument/2006/relationships/video" Target="../media/media2.mp4"/><Relationship Id="rId10" Type="http://schemas.openxmlformats.org/officeDocument/2006/relationships/image" Target="../media/image23.png"/><Relationship Id="rId4" Type="http://schemas.microsoft.com/office/2007/relationships/media" Target="../media/media2.mp4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2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0B12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C2B4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EMBEDDED SYSTEMS LAB  ·  GROUP 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3017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5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SmartFit</a:t>
            </a:r>
            <a:r>
              <a:rPr lang="de-DE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 Trainer</a:t>
            </a:r>
            <a:endParaRPr lang="en-US" sz="50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2700">
            <a:solidFill>
              <a:srgbClr val="3A477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Rionela Kovaci   ·   Christian Percival   ·   Mohamed Abdo</a:t>
            </a:r>
            <a:endParaRPr lang="en-US" sz="13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80E76EFD-FC7F-3109-A1BB-41556BE21434}"/>
              </a:ext>
            </a:extLst>
          </p:cNvPr>
          <p:cNvSpPr/>
          <p:nvPr/>
        </p:nvSpPr>
        <p:spPr>
          <a:xfrm>
            <a:off x="1925320" y="856794"/>
            <a:ext cx="777240" cy="777240"/>
          </a:xfrm>
          <a:prstGeom prst="ellipse">
            <a:avLst/>
          </a:prstGeom>
          <a:solidFill>
            <a:srgbClr val="1C2B4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0" descr="icons/heartbeat_coral.png">
            <a:extLst>
              <a:ext uri="{FF2B5EF4-FFF2-40B4-BE49-F238E27FC236}">
                <a16:creationId xmlns:a16="http://schemas.microsoft.com/office/drawing/2014/main" id="{BC89DD1B-8A47-3ED3-889B-A32F9080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402" y="1058876"/>
            <a:ext cx="373075" cy="373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</a:rPr>
              <a:t>System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icons/projectdiagram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488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6060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wiring → #define pins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6583680" y="2194560"/>
            <a:ext cx="914400" cy="914400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4323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1488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80960" y="26060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features → firmware functions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868680" y="4297680"/>
            <a:ext cx="914400" cy="914400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icons/chartb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5354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4709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timeline → loop() order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6583680" y="4297680"/>
            <a:ext cx="914400" cy="914400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icons/co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453542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2519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Machine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80960" y="4709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logic → setup()/reconnect()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→ Pin Definitions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5065776" cy="5065776"/>
          </a:xfrm>
          <a:prstGeom prst="roundRect">
            <a:avLst>
              <a:gd name="adj" fmla="val 1444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images/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84632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417320"/>
            <a:ext cx="5745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783080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icons/heartbeat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732" y="188293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9944" y="173736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KY-039 heartbeat → A0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9944" y="2029968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HEART_PIN A0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97880" y="2441448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icons/walkin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732" y="2541300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9944" y="2395728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KY-017 tilt → D5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9944" y="2688336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TILT_PIN 5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897880" y="3099816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3" descr="icons/lightbulb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732" y="3199668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9944" y="3054096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KY-016 RGB LED → D10–D12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9944" y="3346704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LED_RED 12, LED_GREEN 11, LED_BLUE 10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897880" y="3758184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4" descr="icons/bell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732" y="3858036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9944" y="3712464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Buzzer → D6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409944" y="4005072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BUZZER_PIN 6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897880" y="4416552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5" descr="icons/broadcas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732" y="4516404"/>
            <a:ext cx="184343" cy="18434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09944" y="4370832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mqttData flow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6409944" y="4663440"/>
            <a:ext cx="523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client.publish("smartfit/...", ...)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SmartFit Trainer  |  Diagrams → Code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Athlete Features →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4550758" cy="5065776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images/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331302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82862" y="1417320"/>
            <a:ext cx="62601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82862" y="1783080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icons/heartbeat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714" y="188293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4926" y="1737360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heart rate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894926" y="2029968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heartbeatDetected() + getAverageBPM()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382862" y="2441448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icons/walkin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714" y="2541300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94926" y="2395728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steps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894926" y="2688336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readSteps()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382862" y="3099816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3" descr="icons/lightbulb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2714" y="3199668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94926" y="3054096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HR zone + LED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894926" y="3346704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setHRZone() → setLEDColor()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382862" y="3758184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4" descr="icons/bell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2714" y="3858036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94926" y="3712464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 buzzer alert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894926" y="4005072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digitalWrite(BUZZER_PIN, HIGH)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382862" y="4416552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5" descr="icons/desktop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2714" y="4516404"/>
            <a:ext cx="184343" cy="18434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894926" y="4370832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live data / alert on app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5894926" y="4663440"/>
            <a:ext cx="57481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client.on('message', ...) in index.html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SmartFit Trainer  |  Diagrams → Code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Timeline → loop()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4291024" cy="5065776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images/s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071568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3128" y="1417320"/>
            <a:ext cx="651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23128" y="1783080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icons/heartbeat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981" y="188293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35192" y="1737360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+ calculate BPM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635192" y="2029968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heartbeatDetected(HEART_PIN, delayMsec)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123128" y="2441448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icons/broadcas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981" y="2541300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35192" y="2395728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BPM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635192" y="2688336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client.publish("smartfit/vitals/bpm", ...)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123128" y="3099816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3" descr="icons/lightbulb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981" y="3199668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35192" y="3054096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zone, drive LED/buzzer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635192" y="3346704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setHRZone(avgBpm)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123128" y="3758184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4" descr="icons/walking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981" y="3858036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35192" y="3712464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tilt, publish steps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635192" y="4005072"/>
            <a:ext cx="6007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readSteps()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SmartFit Trainer  |  Diagrams → Code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States → setup() / loop()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3897084" cy="5065776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Image 0" descr="images/s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677628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9188" y="1417320"/>
            <a:ext cx="69138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29188" y="1783080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icons/wifi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040" y="1882932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1252" y="1737360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S_INIT → S_CONNECT_WIFI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241252" y="2029968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WiFi.begin(ssid, password) in setup()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729188" y="2441448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icons/serve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040" y="2541300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41252" y="2395728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S_CONNECT_MQTT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241252" y="2688336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client.setServer(mqtt_server, 1883)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729188" y="3099816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3" descr="icons/cog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040" y="3199668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1252" y="3054096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S_READ_PUBLISH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241252" y="3346704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main loop() body, every 60 ms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29188" y="3758184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4" descr="icons/exclamation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040" y="3858036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41252" y="3712464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S_RECONNECT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241252" y="4005072"/>
            <a:ext cx="6401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reconnectMQTT() — retries every 5 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SmartFit Trainer  |  Diagrams → Code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729188" y="4709160"/>
            <a:ext cx="6913867" cy="914400"/>
          </a:xfrm>
          <a:prstGeom prst="roundRect">
            <a:avLst>
              <a:gd name="adj" fmla="val 8000"/>
            </a:avLst>
          </a:prstGeom>
          <a:solidFill>
            <a:srgbClr val="FFEAEB"/>
          </a:solidFill>
          <a:ln w="1270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19"/>
          <p:cNvSpPr/>
          <p:nvPr/>
        </p:nvSpPr>
        <p:spPr>
          <a:xfrm>
            <a:off x="4957788" y="4709160"/>
            <a:ext cx="6456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3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"Wi-Fi also lost" has no code path yet — loop() never checks WiFi.status().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index.html → Live MQTT Updates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146304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0" descr="icons/broadcas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092" y="1974372"/>
            <a:ext cx="184343" cy="18434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04304" y="1828800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over WebSocket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004304" y="2121408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mqtt.connect(`ws://${brokerIP}:9001`)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92240" y="2532888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1" descr="icons/signal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092" y="2632740"/>
            <a:ext cx="184343" cy="18434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04304" y="2487168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 to all topics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004304" y="2779776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client.subscribe('smartfit/#')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92240" y="3191256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2" descr="icons/heartbeat_c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092" y="3291108"/>
            <a:ext cx="184343" cy="18434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04304" y="3145536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BPM readout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004304" y="3438144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(topic === 'smartfit/vitals/bpm')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492240" y="3849624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3" descr="icons/lightbulb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092" y="3949476"/>
            <a:ext cx="184343" cy="18434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04304" y="3803904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zone badge colour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004304" y="4096512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badge.className = zoneColors[value]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492240" y="4507992"/>
            <a:ext cx="384048" cy="384048"/>
          </a:xfrm>
          <a:prstGeom prst="ellipse">
            <a:avLst/>
          </a:prstGeom>
          <a:solidFill>
            <a:srgbClr val="E4F7F5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Image 4" descr="icons/exclamation_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092" y="4607844"/>
            <a:ext cx="184343" cy="18434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04304" y="4462272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danger banner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7004304" y="4754880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(topic === 'smartfit/alerts/danger')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6C8D117-87DA-BBD3-1E28-72E5C1095F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513" r="28957"/>
          <a:stretch>
            <a:fillRect/>
          </a:stretch>
        </p:blipFill>
        <p:spPr>
          <a:xfrm>
            <a:off x="1075266" y="1280160"/>
            <a:ext cx="4504267" cy="51986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2B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0B122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4895697" y="3083052"/>
            <a:ext cx="2400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Video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05" y="6399661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SmartFit Trainer — full workout session, hardware to dashboard</a:t>
            </a:r>
            <a:endParaRPr lang="en-US" sz="1300" dirty="0"/>
          </a:p>
        </p:txBody>
      </p:sp>
      <p:pic>
        <p:nvPicPr>
          <p:cNvPr id="9" name="Project_Test_1">
            <a:hlinkClick r:id="" action="ppaction://media"/>
            <a:extLst>
              <a:ext uri="{FF2B5EF4-FFF2-40B4-BE49-F238E27FC236}">
                <a16:creationId xmlns:a16="http://schemas.microsoft.com/office/drawing/2014/main" id="{CDECE567-067B-40F5-6A40-B18D6B5E27BC}"/>
              </a:ext>
            </a:extLst>
          </p:cNvPr>
          <p:cNvPicPr>
            <a:picLocks noChangeAspect="1"/>
          </p:cNvPicPr>
          <p:nvPr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301222" y="458338"/>
            <a:ext cx="3341994" cy="5941323"/>
          </a:xfrm>
          <a:prstGeom prst="rect">
            <a:avLst/>
          </a:prstGeom>
        </p:spPr>
      </p:pic>
      <p:pic>
        <p:nvPicPr>
          <p:cNvPr id="10" name="Buzzer_Test_2">
            <a:hlinkClick r:id="" action="ppaction://media"/>
            <a:extLst>
              <a:ext uri="{FF2B5EF4-FFF2-40B4-BE49-F238E27FC236}">
                <a16:creationId xmlns:a16="http://schemas.microsoft.com/office/drawing/2014/main" id="{F9DFBB0B-BE5E-6FA9-8595-03E0B3ABD7E2}"/>
              </a:ext>
            </a:extLst>
          </p:cNvPr>
          <p:cNvPicPr>
            <a:picLocks noChangeAspect="1"/>
          </p:cNvPicPr>
          <p:nvPr>
            <a:videoFile r:link="rId5"/>
            <p:custDataLst>
              <p:tags r:id="rId6"/>
            </p:custDataLst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315200" y="395257"/>
            <a:ext cx="3367831" cy="5987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4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TIONID" val="27c0c3c0-4288-4315-a7f5-a6446bf32f8e"/>
  <p:tag name="TEMPPRESENTATIONFILE" val="C:\Users\Mohamed Abdo\AppData\Local\Temp\tmpBAFA.tmp"/>
  <p:tag name="TEMPMEDIAFILENAME" val="C:\Users\Mohamed Abdo\AppData\Local\Temp\tmpBB4A_Project_Test_1"/>
  <p:tag name="MEDIAFADEDURATION" val="0.2"/>
  <p:tag name="MEDIATRANSPARENCY" val="0.3"/>
  <p:tag name="MEDIACAPTIONSPROMPT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APTIONID" val="6554a3e3-666c-433f-b915-034cc3d16183"/>
  <p:tag name="TEMPPRESENTATIONFILE" val="C:\Users\Mohamed Abdo\AppData\Local\Temp\tmpA98D.tmp"/>
  <p:tag name="TEMPMEDIAFILENAME" val="C:\Users\Mohamed Abdo\AppData\Local\Temp\tmpA9ED_Buzzer_Test_2"/>
  <p:tag name="MEDIAFADEDURATION" val="0.2"/>
  <p:tag name="MEDIATRANSPARENCY" val="0.3"/>
  <p:tag name="MEDIACAPTIONSPROMPTED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Widescreen</PresentationFormat>
  <Paragraphs>95</Paragraphs>
  <Slides>8</Slides>
  <Notes>8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SmartFit Trainer — Diagrams to Code</dc:title>
  <dc:subject>PptxGenJS Presentation</dc:subject>
  <dc:creator>Group B</dc:creator>
  <cp:lastModifiedBy>Mohamed Abdo</cp:lastModifiedBy>
  <cp:revision>2</cp:revision>
  <dcterms:created xsi:type="dcterms:W3CDTF">2026-07-02T16:21:28Z</dcterms:created>
  <dcterms:modified xsi:type="dcterms:W3CDTF">2026-07-02T16:41:57Z</dcterms:modified>
</cp:coreProperties>
</file>